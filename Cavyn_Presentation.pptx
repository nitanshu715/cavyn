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822960"/>
            <a:ext cx="2011680" cy="292608"/>
          </a:xfrm>
          <a:prstGeom prst="roundRect">
            <a:avLst/>
          </a:prstGeom>
          <a:solidFill>
            <a:srgbClr val="064E3B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822960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INSTITUTIONAL ROUNDTABLE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128016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CAVYN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731520" y="210312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Multi-Agent Voice Boardroom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2560320"/>
            <a:ext cx="76809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Next-generation conversational arbitration engine evaluating venture pitches across Strategic Scale (CEO), Technical Architecture (CTO), and Capital Viability (CFO) with sub-15ms acoustic interruption and monotonic epoch state validation.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31520" y="3429000"/>
            <a:ext cx="7680960" cy="86868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3520440"/>
            <a:ext cx="1783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Zero-Latency Barge-In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914400" y="3767328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&lt;15ms local silence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2788920" y="3520440"/>
            <a:ext cx="1783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Specialized Brains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788920" y="3767328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Elena, Marcus &amp; Vikram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4663440" y="3520440"/>
            <a:ext cx="1783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Arbiter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663440" y="3767328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Monotonic epoch safety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6537960" y="3520440"/>
            <a:ext cx="1783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Zero-Key Deployment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537960" y="3767328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 ready with BYOK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731520" y="4480560"/>
            <a:ext cx="7680960" cy="0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4617720"/>
            <a:ext cx="7680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16 (Turbopack)  |  Google Gemini 2.5 Flash  |  Web Speech API &amp; Rime VOX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OVERVIEW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59436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Bridging Founders and Institutional Advisory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3703320" cy="352044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4B1D2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280160"/>
            <a:ext cx="3337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43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FOUNDER DILEMMA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14400" y="1600200"/>
            <a:ext cx="333756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Intimidating Pitch Dynamics:
</a:t>
            </a:r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First-time builders often face stressful, interrogation-style pitch reviews without supportive coaching.
</a:t>
            </a:r>
            <a:pPr indent="0" marL="0">
              <a:lnSpc>
                <a:spcPts val="14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Technical &amp; Financial Jargon:
</a:t>
            </a:r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Founders stumble on wall-street acronyms (CAC, LTV, P99 SLA) rather than exploring true customer value.
</a:t>
            </a:r>
            <a:pPr indent="0" marL="0">
              <a:lnSpc>
                <a:spcPts val="14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Robotic AI Limitations:
</a:t>
            </a:r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AI bots sound mechanical, lecture like examiners, and fail on live interruption.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4709160" y="1143000"/>
            <a:ext cx="3703320" cy="352044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064E3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92040" y="1280160"/>
            <a:ext cx="3337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CAVYN SOLUTION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892040" y="1600200"/>
            <a:ext cx="333756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Collaborative 3-Seat Mentorship:
</a:t>
            </a:r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Elena (CEO), Marcus (CTO), and Vikram (CFO) act as empathetic peers chatting over coffee.
</a:t>
            </a:r>
            <a:pPr indent="0" marL="0">
              <a:lnSpc>
                <a:spcPts val="14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Sub-15ms Acoustic Barge-In:
</a:t>
            </a:r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 at any moment—active mentor audio silences instantly with zero stale audio leaks.
</a:t>
            </a:r>
            <a:pPr indent="0" marL="0">
              <a:lnSpc>
                <a:spcPts val="14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Real-Time Discrepancy Ledger:
</a:t>
            </a:r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Automatically records financial metrics and tech claims, flagging contradictions in real-time.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COMMITTEE SEATS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59436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Specialized Brains in Continuous Dialogue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2468880" cy="352044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10B98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280160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SEAT 01 // ELENA VANCE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68680" y="1508760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Partner &amp; CEO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68680" y="1783080"/>
            <a:ext cx="21945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Scale, Moat &amp; Story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Style: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Warm, visionary, supportive. Asks about early users, customer pain points, and distribution velocity.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Inquiries: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"Who was the first person to try your app?"</a:t>
            </a:r>
            <a:endParaRPr lang="en-US" sz="8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"What is the biggest pain you solve for them?"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3337560" y="1143000"/>
            <a:ext cx="2468880" cy="352044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38BDF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74720" y="1280160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SEAT 02 // MARCUS STONE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474720" y="1508760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Advisor &amp; CTO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474720" y="1783080"/>
            <a:ext cx="21945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Architecture, Moat &amp; Scalability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Style: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Curious developer teammate on Discord. Avoids alienating jargon; focuses on snappy user experience.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Inquiries: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"What frameworks are you building with?"</a:t>
            </a:r>
            <a:endParaRPr lang="en-US" sz="8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"What was your hardest technical hurdle?"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5943600" y="1143000"/>
            <a:ext cx="2468880" cy="352044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F59E0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080760" y="1280160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SEAT 03 // VIKRAM RAO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080760" y="1508760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Mentor &amp; CFO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080760" y="1783080"/>
            <a:ext cx="21945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Economics &amp; Cash Health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Style: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Calm, encouraging financial advisor. Breaks down pricing models and runway into simple concepts.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Inquiries: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"How will you charge paying customers?"</a:t>
            </a:r>
            <a:endParaRPr lang="en-US" sz="8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"Where will your initial capital be deployed?"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INNOVATION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59436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Sub-15ms Acoustic Interruption &amp; Turn Arbitration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1783080" cy="105156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234440"/>
            <a:ext cx="1600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BARGE-IN LATENCY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822960" y="1417320"/>
            <a:ext cx="1600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15ms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1783080"/>
            <a:ext cx="1600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client audio mute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697480" y="1143000"/>
            <a:ext cx="1783080" cy="105156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88920" y="1234440"/>
            <a:ext cx="1600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STALE AUDIO LEAKS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2788920" y="1417320"/>
            <a:ext cx="1600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Frames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2788920" y="1783080"/>
            <a:ext cx="1600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Strict epoch cancellation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4663440" y="1143000"/>
            <a:ext cx="1783080" cy="105156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0" y="1234440"/>
            <a:ext cx="1600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MONOTONIC EPOCHS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4754880" y="1417320"/>
            <a:ext cx="1600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5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Sync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754880" y="1783080"/>
            <a:ext cx="1600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dropped user utterances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6629400" y="1143000"/>
            <a:ext cx="1783080" cy="105156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720840" y="1234440"/>
            <a:ext cx="1600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SUBTITLE STREAM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6720840" y="1417320"/>
            <a:ext cx="1600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720840" y="1783080"/>
            <a:ext cx="1600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 dual-party feed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731520" y="2377440"/>
            <a:ext cx="7680960" cy="22860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251460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FOUR-STAGE CONVERSATIONAL TURN LIFECYCLE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914400" y="283464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01. Acoustic Detection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914400" y="3154680"/>
            <a:ext cx="169164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WebSpeech captures speech interim frames. Audio is locally muted in &lt;15ms without server network delays.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2743200" y="283464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02. Parallel Bid Evaluation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2743200" y="3154680"/>
            <a:ext cx="169164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Utterance streams to Gemini 2.5 Flash. All 3 committee seats evaluate turn bids with urgency ratings (1-100).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4572000" y="283464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 Deterministic Arbiter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572000" y="3154680"/>
            <a:ext cx="169164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Arbitration engine weighs addressed roles, contradiction interrupts, and floor fairness to pick the winning voice.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6400800" y="283464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04. Synthesis &amp; Broadcast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400800" y="3154680"/>
            <a:ext cx="169164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Dispatches natural speech synthesis with monotonic epoch verification to guarantee zero stale audio.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EXPERIENCE &amp; INTERACTION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59436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Cyber-Institutional HUD &amp; Radial Sector Navigation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3749040" cy="164592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2801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GTA 5 Radial Hub (Press Q)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914400" y="1554480"/>
            <a:ext cx="3383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360° circular pie-sector wheel allowing instant switching between Chamber, Claims Dossier, Founder Profile, Telemetry, and Voting Matrix with authentic reticle HUD graphics.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663440" y="1143000"/>
            <a:ext cx="3749040" cy="164592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46320" y="12801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Discrepancy &amp; Claims Ledger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4846320" y="1554480"/>
            <a:ext cx="3383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Categorizes spoken assertions into Financial, Technical, and Market buckets. Flags conflicting numbers in real-time with visual conflict indicators and audit timestamps.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731520" y="2926080"/>
            <a:ext cx="3749040" cy="164592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306324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5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SAFE Dilution Calculator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914400" y="3337560"/>
            <a:ext cx="3383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slider modeling for investment tranches ($100k-$2M) against post-money valuation caps ($2M-$25M) with live pro-forma ownership split bars.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663440" y="2926080"/>
            <a:ext cx="3749040" cy="164592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46320" y="306324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 Subtitle &amp; Audio Stream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846320" y="3337560"/>
            <a:ext cx="3383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high-frequency 12-bar responsive audio spectrum displaying real-time founder utterances and persistent mentor replies that never vanish abruptly.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 &amp; DEPLOYMENT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59436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Enterprise-Grade Architecture with Zero-Key Deployment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1783080" cy="173736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234440"/>
            <a:ext cx="1600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ENGINE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822960" y="1463040"/>
            <a:ext cx="1600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16 (App Router)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22960" y="1920240"/>
            <a:ext cx="1600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Turbopack, React 19, Tailwind CSS v4, Lucide Icons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697480" y="1143000"/>
            <a:ext cx="1783080" cy="173736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88920" y="1234440"/>
            <a:ext cx="1600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BRAIN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2788920" y="1463040"/>
            <a:ext cx="1600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Gemini 2.5 Flash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788920" y="1920240"/>
            <a:ext cx="1600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JSON responses, Search grounding &amp; role prompts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4663440" y="1143000"/>
            <a:ext cx="1783080" cy="173736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0" y="1234440"/>
            <a:ext cx="1600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SYNTHESIS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4754880" y="1463040"/>
            <a:ext cx="1600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 Audio Pipeline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754880" y="1920240"/>
            <a:ext cx="1600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browser human voices (Jenny, Guy, Ryan) + Rime VOX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6629400" y="1143000"/>
            <a:ext cx="1783080" cy="173736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720840" y="1234440"/>
            <a:ext cx="1600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&amp; RUNTIME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6720840" y="1463040"/>
            <a:ext cx="1600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Thread-Safe Orchestrator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720840" y="1920240"/>
            <a:ext cx="1600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In-memory state machine with monotonic epoch tracking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731520" y="3063240"/>
            <a:ext cx="7680960" cy="1600200"/>
          </a:xfrm>
          <a:prstGeom prst="roundRect">
            <a:avLst/>
          </a:prstGeom>
          <a:solidFill>
            <a:srgbClr val="064E3B"/>
          </a:solidFill>
          <a:ln w="15240">
            <a:solidFill>
              <a:srgbClr val="10B98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320040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SEAMLESS VERCEL CLOUD DEPLOYMENT (ZERO KEYS REQUIRED)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914400" y="3474720"/>
            <a:ext cx="7315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D1FA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Cavyn requires ZERO mandatory environment variables to build and deploy. Anyone can deploy to Vercel with 1 click. Visitors can test immediately using the built-in offline simulation model, or plug in their personal Google Gemini key directly in the web UI for real-time live LLM deliberation with in-memory encryption.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SUMMARY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59436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Cavyn: The Future of Autonomous Founder Mentorship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7680960" cy="352044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325880"/>
            <a:ext cx="713232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Achievements &amp; Capabilities:
</a:t>
            </a:r>
            <a:pPr indent="0" marL="0">
              <a:lnSpc>
                <a:spcPts val="15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Real-Time Multi-Agent Debate: </a:t>
            </a:r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Elena, Marcus, and Vikram converse and cross-examine like an authentic 4-person board.
</a:t>
            </a:r>
            <a:pPr indent="0" marL="0">
              <a:lnSpc>
                <a:spcPts val="15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Ultra-Fast Acoustic Interruption: </a:t>
            </a:r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Sub-15ms local muting allows founders to speak naturally without waiting for awkward turn timeouts.
</a:t>
            </a:r>
            <a:pPr indent="0" marL="0">
              <a:lnSpc>
                <a:spcPts val="15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Relaxed Human Dialogue: </a:t>
            </a:r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Supportive peer coaching completely eliminates stressful viva/interrogation vibes.
</a:t>
            </a:r>
            <a:pPr indent="0" marL="0">
              <a:lnSpc>
                <a:spcPts val="15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Institutional Due Diligence: </a:t>
            </a:r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claim extraction, contradiction detection, and interactive SAFE dilution modeling.
</a:t>
            </a:r>
            <a:pPr indent="0" marL="0">
              <a:lnSpc>
                <a:spcPts val="15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Zero-Key Cloud Deployment: </a:t>
            </a:r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smoothly on Vercel out of the box with zero mandatory secrets and optional runtime BYOK.
</a:t>
            </a:r>
            <a:pPr indent="0" marL="0">
              <a:lnSpc>
                <a:spcPts val="1500"/>
              </a:lnSpc>
              <a:buNone/>
            </a:pPr>
            <a:r>
              <a:rPr lang="en-US" sz="95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Deployment: https://cavyn-boardroom.vercel.app</a:t>
            </a:r>
            <a:endParaRPr lang="en-US" sz="9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95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Repository: https://github.com/Nitanshu715/Cavyn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Cavyn Autonomous Systems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Cavyn - Autonomous Multi-Agent Institutional Boardroom</dc:title>
  <dc:subject>PptxGenJS Presentation</dc:subject>
  <dc:creator>Cavyn Engineering Team</dc:creator>
  <cp:lastModifiedBy>Cavyn Engineering Team</cp:lastModifiedBy>
  <cp:revision>1</cp:revision>
  <dcterms:created xsi:type="dcterms:W3CDTF">2026-09-10T13:57:06Z</dcterms:created>
  <dcterms:modified xsi:type="dcterms:W3CDTF">2026-09-10T13:57:06Z</dcterms:modified>
</cp:coreProperties>
</file>
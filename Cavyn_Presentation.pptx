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2011680" cy="365760"/>
          </a:xfrm>
          <a:prstGeom prst="rect">
            <a:avLst/>
          </a:prstGeom>
          <a:solidFill>
            <a:srgbClr val="064E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0972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INSTITUTIONAL ROUNDTABLE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164592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CAVYN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31520" y="27432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Multi-Agent Institutional Boardroom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347472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conversational arbitration engine evaluating venture pitches across Strategic Scale (CEO), Technical Architecture (CTO), and Capital Viability (CFO) with sub-200ms acoustic interruption and monotonic epoch consistency.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5120640"/>
            <a:ext cx="10515600" cy="0"/>
          </a:xfrm>
          <a:prstGeom prst="line">
            <a:avLst/>
          </a:prstGeom>
          <a:noFill/>
          <a:ln w="12700">
            <a:solidFill>
              <a:srgbClr val="37415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53949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Framework: Next.js 16 (Turbopack) | Brain: Google Gemini 2.5 Flash | Voice: Dual WebSpeech &amp; Rime VOX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OVERVIEW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Bridging the Gap Between Founders &amp; Institutional Scrutiny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4846320" cy="43891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920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3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FOUNDER DILEMMA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0"/>
            <a:ext cx="429768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Intimidating Pitch Environments: </a:t>
            </a:r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First-time builders often face aggressive, hostile question-and-answer formats without guidance.
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Obscure Financial &amp; Tech Jargon: </a:t>
            </a:r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Founders stumble on wall-street acronyms (CAC payback, LTV, P99 SLA) rather than testing real value.
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Disjointed Feedback: </a:t>
            </a:r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Mentors evaluate in silos with no continuous record of factual contradictions or valuation math.
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Robotic AI Assistants: </a:t>
            </a:r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AI pitch mock tools sound mechanical, lecture like examiners, and cannot handle live voice interruption.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943600" y="1645920"/>
            <a:ext cx="5303520" cy="438912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064E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17920" y="192024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CAVYN SOLUTION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217920" y="2286000"/>
            <a:ext cx="475488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Friendly 3-Seat Autonomous Board: </a:t>
            </a:r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Elena (CEO), Marcus (CTO), and Vikram (CFO) act as collaborative peer advisors chatting over coffee.
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Zero-Latency Acoustic Barge-In: </a:t>
            </a:r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Founders can speak at any time; active agent speech stops in &lt;15ms with zero audio leak.
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Live Contradiction Ledger: </a:t>
            </a:r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Detects discrepancies between financial numbers and tech roadmaps in real-time.
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Flexible Offline + Bring-Your-Own-Key: </a:t>
            </a:r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out-of-the-box with built-in offline simulation, or connects to Google Gemini with zero deployment keys required.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COMMITTEE SEATS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Autonomous Specialized Brains Working as One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828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SEAT 01 // ELENA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21031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Venture Partner &amp; CEO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2468880"/>
            <a:ext cx="2926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Domain: </a:t>
            </a:r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Scale &amp; Narrative
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Tone &amp; Style:
</a:t>
            </a:r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Warm, encouraging, human founder-to-founder dialogue. Asks about real users, everyday pain points, and customer stories.
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Questions:
</a:t>
            </a:r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Who was the first user you showed this to?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What is the biggest customer pain point?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How will you get your first 100 fans?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389120" y="1645920"/>
            <a:ext cx="3291840" cy="438912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0" y="1828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SEAT 02 // MARCUS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0" y="21031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Architecture &amp; CTO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0" y="2468880"/>
            <a:ext cx="2926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Domain: </a:t>
            </a:r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Moat, Scalability &amp; Tech Stack
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Tone &amp; Style:
</a:t>
            </a:r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Curious developer teammate on Discord. No scary jargon unless requested. Evaluates real-world frameworks and user snappy feel.
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Questions:
</a:t>
            </a:r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What frameworks are you building with?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What was the hardest bug you conquered?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How does the app feel under high load?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046720" y="1645920"/>
            <a:ext cx="3291840" cy="438912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1828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SEAT 03 // VIKRAM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229600" y="21031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 &amp; Financial Mentor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29600" y="2468880"/>
            <a:ext cx="2926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Domain: </a:t>
            </a:r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Economics &amp; Valuation
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Tone &amp; Style:
</a:t>
            </a:r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Empathetic, clear, and encouraging. Simplifies pricing logic and helps founders map out runway and SAFE terms smoothly.
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Questions:
</a:t>
            </a:r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How are you thinking about subscription tiers?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What are your monthly server expenses?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Where will the first ₹10L be deployed?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INNOVATION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Zero-Latency Acoustic Interruption &amp; Turn Arbitration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514600" cy="13716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828800"/>
            <a:ext cx="2148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BARGE-IN LATENCY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14400" y="2103120"/>
            <a:ext cx="2148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12ms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14400" y="2560320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&lt; 200ms Hard SLA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429000" y="1645920"/>
            <a:ext cx="2514600" cy="13716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11880" y="1828800"/>
            <a:ext cx="2148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STALE AUDIO LEAKS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611880" y="2103120"/>
            <a:ext cx="2148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frames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611880" y="2560320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Strict Epoch Cancellation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126480" y="1645920"/>
            <a:ext cx="2514600" cy="13716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09360" y="1828800"/>
            <a:ext cx="2148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MONOTONIC EPOCHS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309360" y="2103120"/>
            <a:ext cx="2148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#100% Sync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309360" y="2560320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dropped user utterances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823960" y="1645920"/>
            <a:ext cx="2514600" cy="13716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06840" y="1828800"/>
            <a:ext cx="2148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PERSISTENT SUBTITLES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006840" y="2103120"/>
            <a:ext cx="2148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Vox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9006840" y="2560320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 Founder &amp; Agent feeds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31520" y="3291840"/>
            <a:ext cx="10607040" cy="27432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356616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ACOUSTIC &amp; ARBITRATION LIFECYCLE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05840" y="40233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01. Founder Voice Detection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005840" y="438912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WebSpeech captures speech interim frames. Audio is locally muted in &lt;15ms without server network delays.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520440" y="40233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 Parallel Evaluation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520440" y="438912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Utterance streams to Gemini 2.5 Flash. All 3 committee seats evaluate turn bids with urgency ratings (1-100).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035040" y="40233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 Deterministic Arbiter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035040" y="438912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Arbitration engine weighs addressed roles, contradiction interrupts, and floor fairness to pick the winning voice.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549640" y="40233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04. Voice &amp; Subtitle Broadcast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549640" y="438912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Dispatches natural speech synthesis with monotonic epoch verification to guarantee zero stale audio.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EXPERIENCE &amp; INTERACTION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Cyber-Institutional HUD &amp; Authentic Radial Sector Navigation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5120640" cy="2011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8745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GTA 5 Radial Selector Hub (Press Q)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05840" y="2240280"/>
            <a:ext cx="45720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360° circular pie-sector wheel allowing instant switching between Chamber, Claims Dossier, Founder Profile, Telemetry, and Voting Matrix with authentic reticle graphics.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126480" y="1645920"/>
            <a:ext cx="5120640" cy="2011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8745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Discrepancy &amp; Claims Ledger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0" y="2240280"/>
            <a:ext cx="45720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Categorizes spoken assertions into Financial, Technical, and Market buckets. Flags conflicting numbers in real-time with visual conflict indicators.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" y="3886200"/>
            <a:ext cx="5120640" cy="2011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41148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YC SAFE Dilution Calculator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05840" y="4480560"/>
            <a:ext cx="45720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slider modeling for investment tranches ($100k-$2M) against post-money valuation caps ($2M-$25M) with dynamic pro-forma ownership split bars.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26480" y="3886200"/>
            <a:ext cx="5120640" cy="2011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41148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 Speech &amp; Subtitle Stream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0" y="4480560"/>
            <a:ext cx="45720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high-frequency 12-bar responsive audio spectrum displaying real-time founder utterances and persistent mentor replies that never vanish abruptly.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INFRASTRUCTURE &amp; DEPLOYMENT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Enterprise-Grade Next.js Architecture with Zero-Key Deployment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514600" cy="22860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828800"/>
            <a:ext cx="2148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ENGINE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16 (App Router, Turbopack)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2743200"/>
            <a:ext cx="2148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19, Tailwind CSS, Lucide icons, Canvas Confetti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429000" y="1645920"/>
            <a:ext cx="2514600" cy="22860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11880" y="1828800"/>
            <a:ext cx="2148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MULTI-AGENT BRAIN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611880" y="21488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Gemini 2.5 Flash SDK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11880" y="2743200"/>
            <a:ext cx="2148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JSON output, Google Search grounding tool, role-based system prompts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126480" y="1645920"/>
            <a:ext cx="2514600" cy="22860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09360" y="1828800"/>
            <a:ext cx="2148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SYNTHESIS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309360" y="21488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 Pipeline (WebSpeech + Rime)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09360" y="2743200"/>
            <a:ext cx="2148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Natural human browser voices (Jenny, Guy, Ryan) + optional sub-200ms Rime VOX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823960" y="1645920"/>
            <a:ext cx="2514600" cy="22860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06840" y="1828800"/>
            <a:ext cx="2148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PERSISTENCE &amp; STATE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006840" y="21488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In-Memory State + File DB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006840" y="2743200"/>
            <a:ext cx="2148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Thread-safe MeetingOrchestrator class with monotonic epoch validation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31520" y="4206240"/>
            <a:ext cx="10607040" cy="1828800"/>
          </a:xfrm>
          <a:prstGeom prst="roundRect">
            <a:avLst/>
          </a:prstGeom>
          <a:solidFill>
            <a:srgbClr val="064E3B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44348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SEAMLESS CLOUD DEPLOYMENT (VERCEL READY)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05840" y="480060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D1FA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Cavyn requires ZERO mandatory environment variables to build and run. Anyone can deploy to Vercel with 1-click. Users and evaluators can plug in their own free Google Gemini or Rime API keys directly in the web UI at runtime with in-memory encryption, or test using the comprehensive offline committee simulation model.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SUMMARY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Cavyn: The Future of Autonomous Founder Advisory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10607040" cy="43891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1920240"/>
            <a:ext cx="987552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Highlights &amp; Achievements:
</a:t>
            </a:r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Real-Time Multi-Agent Conversation: 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Elena, Marcus, and Vikram cross-examine and debate like a real 4-person board.
</a:t>
            </a:r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Ultra-Responsive Acoustic Barge-In: 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Sub-15ms local muting allows founders to take the floor naturally at any moment.
</a:t>
            </a:r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Human Tone &amp; Natural Accents: 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Friendly peer-to-peer mentoring style eliminates stressful viva/exam atmosphere.
</a:t>
            </a:r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Complete Institutional Due Diligence: 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contradiction detection, interactive SAFE cap tables, and exportable JSON dossiers.
</a:t>
            </a:r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Clean Zero-Key Deployment: 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fully client-side and server-side with zero mandatory secrets on Vercel.
</a:t>
            </a:r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Repository: https://github.com/Nitanshu715/Cavyn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Ready | Next.js 16 Turbopack Verified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Cavyn Autonomous Systems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Cavyn - Autonomous Multi-Agent Institutional Boardroom</dc:title>
  <dc:subject>PptxGenJS Presentation</dc:subject>
  <dc:creator>Cavyn Engineering Team</dc:creator>
  <cp:lastModifiedBy>Cavyn Engineering Team</cp:lastModifiedBy>
  <cp:revision>1</cp:revision>
  <dcterms:created xsi:type="dcterms:W3CDTF">2026-09-10T11:39:40Z</dcterms:created>
  <dcterms:modified xsi:type="dcterms:W3CDTF">2026-09-10T11:39:40Z</dcterms:modified>
</cp:coreProperties>
</file>
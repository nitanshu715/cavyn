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011680" cy="365760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ROUNDTABLE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CAVYN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Multi-Agent Institutional Boardroom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conversational arbitration engine evaluating venture pitches across Strategic Scale (CEO), Technical Architecture (CTO), and Capital Viability (CFO) with sub-200ms acoustic interruption and monotonic epoch consistency.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5120640"/>
            <a:ext cx="10515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Next.js 16 (Turbopack) | Brain: Google Gemini 2.5 Flash | Voice: Dual WebSpeech &amp; Rime VOX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Founders &amp; Institutional Scrutiny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84632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 DILEMMA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297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Intimidating Pitch Environments: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builders often face aggressive, hostile question-and-answer formats without guidance.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Obscure Financial &amp; Tech Jargon: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stumble on wall-street acronyms (CAC payback, LTV, P99 SLA) rather than testing real value.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Disjointed Feedback: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 evaluate in silos with no continuous record of factual contradictions or valuation math.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Robotic AI Assistants: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AI pitch mock tools sound mechanical, lecture like examiners, and cannot handle live voice interruption.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645920"/>
            <a:ext cx="53035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4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CAVYN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Friendly 3-Seat Autonomous Board: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(CEO), Marcus (CTO), and Vikram (CFO) act as collaborative peer advisors chatting over coffee.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Zero-Latency Acoustic Barge-In: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can speak at any time; active agent speech stops in &lt;15ms with zero audio leak.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Contradiction Ledger: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discrepancies between financial numbers and tech roadmaps in real-time.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Offline + Bring-Your-Own-Key: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out-of-the-box with built-in offline simulation, or connects to Google Gemini with zero deployment keys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COMMITTEE SEATS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Autonomous Specialized Brains Working as 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01 // ELENA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Venture Partner &amp; CEO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Scale &amp; Narrative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&amp; Style:
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encouraging, human founder-to-founder dialogue. Asks about real users, everyday pain points, and customer stories.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Questions:
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was the first user you showed this to?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the biggest customer pain point?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will you get your first 100 fans?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02 // MARCUS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CTO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Moat, Scalability &amp; Tech Stack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&amp; Style:
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Curious developer teammate on Discord. No scary jargon unless requested. Evaluates real-world frameworks and user snappy feel.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Questions:
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frameworks are you building with?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was the hardest bug you conquered?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does the app feel under high load?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03 // VIKRAM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&amp; Financial Mentor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&amp; Valuation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&amp; Style:
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Empathetic, clear, and encouraging. Simplifies pricing logic and helps founders map out runway and SAFE terms smoothly.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Questions:
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are you thinking about subscription tiers?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are your monthly server expenses?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Where will the first ₹10L be deployed?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Acoustic Interruption &amp; Turn Arbitration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BARGE-IN LATENCY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&lt; 200ms Hard SLA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AUDIO LEAKS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1880" y="2103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frames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Epoch Cancellation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1460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EPOCHS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#100% Sync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dropped user utterances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1460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SUBTITLES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06840" y="2103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Vox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0684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Founder &amp; Agent feeds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291840"/>
            <a:ext cx="1060704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&amp; ARBITRATION LIFECYCLE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Founder Voice Detection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WebSpeech captures speech interim frames. Audio is locally muted in &lt;15ms without server network delays.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Parallel Evaluation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4389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Utterance streams to Gemini 2.5 Flash. All 3 committee seats evaluate turn bids with urgency ratings (1-100).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Deterministic Arbiter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4389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Arbitration engine weighs addressed roles, contradiction interrupts, and floor fairness to pick the winning voice.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496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Voice &amp; Subtitle Broadcast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49640" y="4389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Dispatches natural speech synthesis with monotonic epoch verification to guarantee zero stale audio.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INTERACTION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Cyber-Institutional HUD &amp; Authentic Radial Sector Navigation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GTA 5 Radial Selector Hub (Press Q)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360° circular pie-sector wheel allowing instant switching between Chamber, Claims Dossier, Founder Profile, Telemetry, and Voting Matrix with authentic reticle graphics.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Discrepancy &amp; Claims Ledger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Categorizes spoken assertions into Financial, Technical, and Market buckets. Flags conflicting numbers in real-time with visual conflict indicators.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YC SAFE Dilution Calculator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slider modeling for investment tranches ($100k-$2M) against post-money valuation caps ($2M-$25M) with dynamic pro-forma ownership split bars.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88620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Speech &amp; Subtitle Stream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high-frequency 12-bar responsive audio spectrum displaying real-time founder utterances and persistent mentor replies that never vanish abruptly.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Next.js Architecture with Zero-Key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Router, Turbopack)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Tailwind CSS, Lucide icons, Canvas Confetti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BRAIN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188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SDK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output, Google Search grounding tool, role-based system prompts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146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SYNTHESIS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Pipeline (WebSpeech + Rime)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human browser voices (Jenny, Guy, Ryan) + optional sub-200ms Rime VOX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146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8288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&amp; STATE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06840" y="2148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State + File 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27432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MeetingOrchestrator class with monotonic epoch validation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10607040" cy="182880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34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CLOUD DEPLOYMENT (VERCEL READY)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800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Cavyn requires ZERO mandatory environment variables to build and run. Anyone can deploy to Vercel with 1-click. Users and evaluators can plug in their own free Google Gemini or Rime API keys directly in the web UI at runtime with in-memory encryption, or test using the comprehensive offline committee simulation model.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Cavyn: The Future of Autonomous Founder Advisory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9875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 &amp; Achievements: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Real-Time Multi-Agent Conversation: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Elena, Marcus, and Vikram cross-examine and debate like a real 4-person board.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Ultra-Responsive Acoustic Barge-In: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Sub-15ms local muting allows founders to take the floor naturally at any moment.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Human Tone &amp; Natural Accents: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peer-to-peer mentoring style eliminates stressful viva/exam atmosphere.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Complete Institutional Due Diligence: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contradiction detection, interactive SAFE cap tables, and exportable JSON dossiers.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Clean Zero-Key Deployment: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client-side and server-side with zero mandatory secrets on Vercel.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https://github.com/Nitanshu715/Cavyn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 | Next.js 16 Turbopack Verified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Cavyn Autonomous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Cavyn - Autonomous Multi-Agent Institutional Boardroom</dc:title>
  <dc:subject>PptxGenJS Presentation</dc:subject>
  <dc:creator>Cavyn Engineering Team</dc:creator>
  <cp:lastModifiedBy>Cavyn Engineering Team</cp:lastModifiedBy>
  <cp:revision>1</cp:revision>
  <dcterms:created xsi:type="dcterms:W3CDTF">2026-09-10T11:43:14Z</dcterms:created>
  <dcterms:modified xsi:type="dcterms:W3CDTF">2026-09-10T11:43:14Z</dcterms:modified>
</cp:coreProperties>
</file>